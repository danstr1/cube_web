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E5D86"/>
    <a:srgbClr val="B074A6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25" autoAdjust="0"/>
    <p:restoredTop sz="94660"/>
  </p:normalViewPr>
  <p:slideViewPr>
    <p:cSldViewPr snapToGrid="0">
      <p:cViewPr>
        <p:scale>
          <a:sx n="100" d="100"/>
          <a:sy n="100" d="100"/>
        </p:scale>
        <p:origin x="1555" y="-30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3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98422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197939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48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49551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227013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4453467"/>
            <a:ext cx="2901255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4453467"/>
            <a:ext cx="2915543" cy="655037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94314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9795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42102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63864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57595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708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09629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A116D9-4381-40B8-B789-FF9B3707C276}" type="datetimeFigureOut">
              <a:rPr lang="LID4096" smtClean="0"/>
              <a:t>01/18/2026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1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1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DA4584-DC16-4B39-817D-E0AC3025C1C8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7500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84679CC2-4F2E-3248-0836-3A32EE470745}"/>
              </a:ext>
            </a:extLst>
          </p:cNvPr>
          <p:cNvSpPr/>
          <p:nvPr/>
        </p:nvSpPr>
        <p:spPr>
          <a:xfrm>
            <a:off x="0" y="0"/>
            <a:ext cx="6857999" cy="121919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13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92587AF-D2D2-C9F9-C62E-4FCCFAFB7D22}"/>
              </a:ext>
            </a:extLst>
          </p:cNvPr>
          <p:cNvSpPr/>
          <p:nvPr/>
        </p:nvSpPr>
        <p:spPr>
          <a:xfrm>
            <a:off x="24769" y="281455"/>
            <a:ext cx="6858000" cy="537876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33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טל - טק</a:t>
            </a:r>
            <a:endParaRPr lang="LID4096" sz="33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744E2658-55DF-DEB1-8113-9A20EDF33EFA}"/>
              </a:ext>
            </a:extLst>
          </p:cNvPr>
          <p:cNvSpPr/>
          <p:nvPr/>
        </p:nvSpPr>
        <p:spPr>
          <a:xfrm>
            <a:off x="53994" y="98007"/>
            <a:ext cx="946871" cy="90929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13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4217098-21F9-DF0B-4E2E-3B4B3F9719BF}"/>
              </a:ext>
            </a:extLst>
          </p:cNvPr>
          <p:cNvGrpSpPr/>
          <p:nvPr/>
        </p:nvGrpSpPr>
        <p:grpSpPr>
          <a:xfrm>
            <a:off x="71528" y="0"/>
            <a:ext cx="946871" cy="1119749"/>
            <a:chOff x="2777065" y="-435013"/>
            <a:chExt cx="6807201" cy="80500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2162BCA-EAB5-B4F5-2550-6DF85F19A86F}"/>
                </a:ext>
              </a:extLst>
            </p:cNvPr>
            <p:cNvGrpSpPr/>
            <p:nvPr/>
          </p:nvGrpSpPr>
          <p:grpSpPr>
            <a:xfrm>
              <a:off x="2777065" y="-435013"/>
              <a:ext cx="6807201" cy="8050051"/>
              <a:chOff x="2692399" y="-451946"/>
              <a:chExt cx="6807201" cy="8050051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29B28F9B-B90E-6241-60CE-0C9D920F2D1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92399" y="-451946"/>
                <a:ext cx="6807201" cy="68072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5AB41049-4574-4E0A-B3D3-AC1C481396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Star: 4 Points 11">
              <a:extLst>
                <a:ext uri="{FF2B5EF4-FFF2-40B4-BE49-F238E27FC236}">
                  <a16:creationId xmlns:a16="http://schemas.microsoft.com/office/drawing/2014/main" id="{0CC23BA5-7ECE-C8FA-FA17-969207A210F2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13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B772C57-B6C4-5F56-4103-63F90936784A}"/>
              </a:ext>
            </a:extLst>
          </p:cNvPr>
          <p:cNvSpPr/>
          <p:nvPr/>
        </p:nvSpPr>
        <p:spPr>
          <a:xfrm>
            <a:off x="0" y="11376617"/>
            <a:ext cx="6870384" cy="537876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33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EF36473-A832-6297-BBA7-A2C3F9351320}"/>
              </a:ext>
            </a:extLst>
          </p:cNvPr>
          <p:cNvGrpSpPr/>
          <p:nvPr/>
        </p:nvGrpSpPr>
        <p:grpSpPr>
          <a:xfrm>
            <a:off x="5905978" y="11085680"/>
            <a:ext cx="964406" cy="1119749"/>
            <a:chOff x="3186546" y="1930768"/>
            <a:chExt cx="1714499" cy="199066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8B8E5049-8F9D-EAE2-0066-7E3716919EA6}"/>
                </a:ext>
              </a:extLst>
            </p:cNvPr>
            <p:cNvSpPr/>
            <p:nvPr/>
          </p:nvSpPr>
          <p:spPr>
            <a:xfrm>
              <a:off x="3186546" y="2105001"/>
              <a:ext cx="1683326" cy="161652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13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C5B6F5A8-8AAA-B478-8095-F31C6C1A537A}"/>
                </a:ext>
              </a:extLst>
            </p:cNvPr>
            <p:cNvGrpSpPr/>
            <p:nvPr/>
          </p:nvGrpSpPr>
          <p:grpSpPr>
            <a:xfrm>
              <a:off x="3217719" y="1930768"/>
              <a:ext cx="1683326" cy="1990665"/>
              <a:chOff x="2777065" y="-435013"/>
              <a:chExt cx="6807201" cy="80500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A419F192-3A0C-B1F7-F2F0-10324F054A3E}"/>
                  </a:ext>
                </a:extLst>
              </p:cNvPr>
              <p:cNvGrpSpPr/>
              <p:nvPr/>
            </p:nvGrpSpPr>
            <p:grpSpPr>
              <a:xfrm>
                <a:off x="2777065" y="-435013"/>
                <a:ext cx="6807201" cy="8050051"/>
                <a:chOff x="2692399" y="-451946"/>
                <a:chExt cx="6807201" cy="8050051"/>
              </a:xfrm>
            </p:grpSpPr>
            <p:pic>
              <p:nvPicPr>
                <p:cNvPr id="20" name="Picture 2">
                  <a:extLst>
                    <a:ext uri="{FF2B5EF4-FFF2-40B4-BE49-F238E27FC236}">
                      <a16:creationId xmlns:a16="http://schemas.microsoft.com/office/drawing/2014/main" id="{17F26DE7-70F0-EA0E-97B3-E1B82A2A2369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2399" y="-451946"/>
                  <a:ext cx="6807201" cy="68072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">
                  <a:extLst>
                    <a:ext uri="{FF2B5EF4-FFF2-40B4-BE49-F238E27FC236}">
                      <a16:creationId xmlns:a16="http://schemas.microsoft.com/office/drawing/2014/main" id="{F00A5DCA-359B-E465-AF00-C793DC9C803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2957" r="51089"/>
                <a:stretch>
                  <a:fillRect/>
                </a:stretch>
              </p:blipFill>
              <p:spPr bwMode="auto">
                <a:xfrm>
                  <a:off x="3412067" y="5076498"/>
                  <a:ext cx="3329444" cy="25216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9" name="Star: 4 Points 18">
                <a:extLst>
                  <a:ext uri="{FF2B5EF4-FFF2-40B4-BE49-F238E27FC236}">
                    <a16:creationId xmlns:a16="http://schemas.microsoft.com/office/drawing/2014/main" id="{E1AA7E11-82A4-091D-F835-46C102B967E4}"/>
                  </a:ext>
                </a:extLst>
              </p:cNvPr>
              <p:cNvSpPr/>
              <p:nvPr/>
            </p:nvSpPr>
            <p:spPr>
              <a:xfrm rot="16674333">
                <a:off x="5548614" y="5555487"/>
                <a:ext cx="343467" cy="386001"/>
              </a:xfrm>
              <a:prstGeom prst="star4">
                <a:avLst>
                  <a:gd name="adj" fmla="val 218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1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592990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B45249-EDDC-E644-B77B-722EAF1D0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6445DCB-2B0F-DAE5-8EA0-07038F858E5C}"/>
              </a:ext>
            </a:extLst>
          </p:cNvPr>
          <p:cNvSpPr/>
          <p:nvPr/>
        </p:nvSpPr>
        <p:spPr>
          <a:xfrm>
            <a:off x="1909" y="281455"/>
            <a:ext cx="6858000" cy="537876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e-IL" sz="3375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טל - טק</a:t>
            </a:r>
            <a:endParaRPr lang="LID4096" sz="33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830A78AA-07E6-1B27-50FC-255A637866DA}"/>
              </a:ext>
            </a:extLst>
          </p:cNvPr>
          <p:cNvSpPr/>
          <p:nvPr/>
        </p:nvSpPr>
        <p:spPr>
          <a:xfrm>
            <a:off x="31134" y="98007"/>
            <a:ext cx="946871" cy="909296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1013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5BD0D55-C6A8-5623-6F48-3165ADBAFBAB}"/>
              </a:ext>
            </a:extLst>
          </p:cNvPr>
          <p:cNvGrpSpPr/>
          <p:nvPr/>
        </p:nvGrpSpPr>
        <p:grpSpPr>
          <a:xfrm>
            <a:off x="44858" y="0"/>
            <a:ext cx="946871" cy="1119749"/>
            <a:chOff x="2749674" y="-435013"/>
            <a:chExt cx="6807201" cy="8050051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57D41A7-C6D1-3597-6018-6A4CB7C0317B}"/>
                </a:ext>
              </a:extLst>
            </p:cNvPr>
            <p:cNvGrpSpPr/>
            <p:nvPr/>
          </p:nvGrpSpPr>
          <p:grpSpPr>
            <a:xfrm>
              <a:off x="2749674" y="-435013"/>
              <a:ext cx="6807201" cy="8050051"/>
              <a:chOff x="2665008" y="-451946"/>
              <a:chExt cx="6807201" cy="8050051"/>
            </a:xfrm>
          </p:grpSpPr>
          <p:pic>
            <p:nvPicPr>
              <p:cNvPr id="13" name="Picture 2">
                <a:extLst>
                  <a:ext uri="{FF2B5EF4-FFF2-40B4-BE49-F238E27FC236}">
                    <a16:creationId xmlns:a16="http://schemas.microsoft.com/office/drawing/2014/main" id="{A49AA086-37CD-988D-EA63-DE46D2E7F5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665008" y="-451946"/>
                <a:ext cx="6807201" cy="680720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4" name="Picture 2">
                <a:extLst>
                  <a:ext uri="{FF2B5EF4-FFF2-40B4-BE49-F238E27FC236}">
                    <a16:creationId xmlns:a16="http://schemas.microsoft.com/office/drawing/2014/main" id="{7B8A28F3-EB66-C657-7E40-7A391A7522F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duotone>
                  <a:prstClr val="black"/>
                  <a:schemeClr val="accent5">
                    <a:tint val="45000"/>
                    <a:satMod val="400000"/>
                  </a:scheme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62957" r="51089"/>
              <a:stretch>
                <a:fillRect/>
              </a:stretch>
            </p:blipFill>
            <p:spPr bwMode="auto">
              <a:xfrm>
                <a:off x="3412067" y="5076498"/>
                <a:ext cx="3329444" cy="252160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Star: 4 Points 11">
              <a:extLst>
                <a:ext uri="{FF2B5EF4-FFF2-40B4-BE49-F238E27FC236}">
                  <a16:creationId xmlns:a16="http://schemas.microsoft.com/office/drawing/2014/main" id="{2FFEE7D8-5325-6343-8CB7-42ACF9A86696}"/>
                </a:ext>
              </a:extLst>
            </p:cNvPr>
            <p:cNvSpPr/>
            <p:nvPr/>
          </p:nvSpPr>
          <p:spPr>
            <a:xfrm rot="16674333">
              <a:off x="5548614" y="5555487"/>
              <a:ext cx="343467" cy="386001"/>
            </a:xfrm>
            <a:prstGeom prst="star4">
              <a:avLst>
                <a:gd name="adj" fmla="val 21867"/>
              </a:avLst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13"/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37855A14-11B9-5473-0564-C02A097C5A88}"/>
              </a:ext>
            </a:extLst>
          </p:cNvPr>
          <p:cNvSpPr/>
          <p:nvPr/>
        </p:nvSpPr>
        <p:spPr>
          <a:xfrm>
            <a:off x="0" y="11376617"/>
            <a:ext cx="6870384" cy="537876"/>
          </a:xfrm>
          <a:prstGeom prst="rect">
            <a:avLst/>
          </a:prstGeom>
          <a:solidFill>
            <a:srgbClr val="8E5D8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3375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8932BBD-5180-B5C6-069F-F914039F0A8D}"/>
              </a:ext>
            </a:extLst>
          </p:cNvPr>
          <p:cNvGrpSpPr/>
          <p:nvPr/>
        </p:nvGrpSpPr>
        <p:grpSpPr>
          <a:xfrm>
            <a:off x="5905978" y="11085680"/>
            <a:ext cx="964406" cy="1119749"/>
            <a:chOff x="3186546" y="1930768"/>
            <a:chExt cx="1714499" cy="1990665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8147391-0D2A-3C6D-CEB0-58853D2C54F5}"/>
                </a:ext>
              </a:extLst>
            </p:cNvPr>
            <p:cNvSpPr/>
            <p:nvPr/>
          </p:nvSpPr>
          <p:spPr>
            <a:xfrm>
              <a:off x="3186546" y="2105001"/>
              <a:ext cx="1683326" cy="1616527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LID4096" sz="1013"/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27DE58A1-D6F3-2710-57FC-FA41735BCAED}"/>
                </a:ext>
              </a:extLst>
            </p:cNvPr>
            <p:cNvGrpSpPr/>
            <p:nvPr/>
          </p:nvGrpSpPr>
          <p:grpSpPr>
            <a:xfrm>
              <a:off x="3217719" y="1930768"/>
              <a:ext cx="1683326" cy="1990665"/>
              <a:chOff x="2777065" y="-435013"/>
              <a:chExt cx="6807201" cy="8050051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063FC8E5-C006-5F57-1A3E-11FE882953D0}"/>
                  </a:ext>
                </a:extLst>
              </p:cNvPr>
              <p:cNvGrpSpPr/>
              <p:nvPr/>
            </p:nvGrpSpPr>
            <p:grpSpPr>
              <a:xfrm>
                <a:off x="2777065" y="-435013"/>
                <a:ext cx="6807201" cy="8050051"/>
                <a:chOff x="2692399" y="-451946"/>
                <a:chExt cx="6807201" cy="8050051"/>
              </a:xfrm>
            </p:grpSpPr>
            <p:pic>
              <p:nvPicPr>
                <p:cNvPr id="20" name="Picture 2">
                  <a:extLst>
                    <a:ext uri="{FF2B5EF4-FFF2-40B4-BE49-F238E27FC236}">
                      <a16:creationId xmlns:a16="http://schemas.microsoft.com/office/drawing/2014/main" id="{36437DA4-44A3-7AD2-653C-DD223085BB0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692399" y="-451946"/>
                  <a:ext cx="6807201" cy="68072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1" name="Picture 2">
                  <a:extLst>
                    <a:ext uri="{FF2B5EF4-FFF2-40B4-BE49-F238E27FC236}">
                      <a16:creationId xmlns:a16="http://schemas.microsoft.com/office/drawing/2014/main" id="{683F8952-A2BD-3ADC-3E3E-CC2FF8911C4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62957" r="51089"/>
                <a:stretch>
                  <a:fillRect/>
                </a:stretch>
              </p:blipFill>
              <p:spPr bwMode="auto">
                <a:xfrm>
                  <a:off x="3412067" y="5076498"/>
                  <a:ext cx="3329444" cy="252160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sp>
            <p:nvSpPr>
              <p:cNvPr id="19" name="Star: 4 Points 18">
                <a:extLst>
                  <a:ext uri="{FF2B5EF4-FFF2-40B4-BE49-F238E27FC236}">
                    <a16:creationId xmlns:a16="http://schemas.microsoft.com/office/drawing/2014/main" id="{03B13FC3-ED95-4E4A-28F3-E61233D463DB}"/>
                  </a:ext>
                </a:extLst>
              </p:cNvPr>
              <p:cNvSpPr/>
              <p:nvPr/>
            </p:nvSpPr>
            <p:spPr>
              <a:xfrm rot="16674333">
                <a:off x="5548614" y="5555487"/>
                <a:ext cx="343467" cy="386001"/>
              </a:xfrm>
              <a:prstGeom prst="star4">
                <a:avLst>
                  <a:gd name="adj" fmla="val 21867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LID4096" sz="1013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46328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45</TotalTime>
  <Words>6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Straussman, Dan</dc:creator>
  <cp:lastModifiedBy>Straussman, Dan</cp:lastModifiedBy>
  <cp:revision>4</cp:revision>
  <dcterms:created xsi:type="dcterms:W3CDTF">2025-12-08T11:42:07Z</dcterms:created>
  <dcterms:modified xsi:type="dcterms:W3CDTF">2026-01-18T09:08:41Z</dcterms:modified>
</cp:coreProperties>
</file>