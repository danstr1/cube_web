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5D86"/>
    <a:srgbClr val="B074A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59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6EEF-906D-0440-72A3-D97A2FCBB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3D97A-B389-8298-D48E-CBDB232C5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FF2C5-99AD-C316-F78D-9FF7D101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E46C5-C4BE-8223-02D9-F7200BCA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28E11-D739-A612-3CEA-516C78F5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777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E4A9F-FA0B-985A-D9D8-B1FDC5ACE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ED5DB-388F-4A85-F91C-8B670B37A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75D00-E2A2-7A08-F563-AC9F3BBC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5D75C-6AFE-5FD8-CD00-23A982AFC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3AAE4-8804-9969-E725-EE3A4B8A8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5567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4298C-98ED-D3DB-1688-8D0E4A3C6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3C80-E7F6-BFB0-61F1-8A85F94F0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9B0AE-F4D6-A486-DB04-68D87E066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779DA-7450-3F94-EC46-2A9BEBC33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487D0-73B8-830E-BD5B-6AC864CA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6792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62B48-9C9C-B00F-4973-0148F5D22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A3A17-5C6B-9A3C-ADDA-F457F1868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09D36-13FF-11D9-C7AB-5AE6E27B3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F20FB-D7A7-04D1-D05C-669FD6403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CCA3A-5C56-7C8D-7C62-2B6022AED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876D2-1D96-E8C6-1360-21ABD0412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959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7B29-CEED-50D1-FFB0-EA6D5A60A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37A7F-06F8-5198-8669-B7213D98E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1BD13-A4B8-8FBE-DA57-DDC75918E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15C0F-B5AA-F934-23E2-A890BDAF1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0413F-F19C-B1EC-5719-EBC7F0907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025B8-C81B-32DA-92E1-596CDB79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476129-DB24-35EA-CA8F-70674E54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21545A-9C90-8F22-1C82-EA21EE76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9527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D3CD8-AFC0-08D5-8ED9-20D1432C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12BD7-A02F-6CB5-FBA5-7524368AF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A237C-D04B-A88E-267C-B7565886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E40F2-0CC7-897D-74F2-B285E4D8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6469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D1D541-206A-C3E0-82E8-BB175D788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CF829E-AE25-B88F-CE9A-D9F9D80D2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61873-2379-9026-A2B7-A195B031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2473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8DB80-0B5F-3CE0-F62D-61A201AC1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D58D0-442C-7220-1D61-ED049EE9C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11012-CD7E-5256-4297-6726C315A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2D099-468F-12C1-CA5A-F2FB83B8C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F743C-10E7-DDC6-D4A7-2FF0A631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2B841-F833-609C-9F51-CDD41567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180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F94F5-C309-D8EF-2922-6D1017DD9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5836AE-6723-A286-00EB-749BF9DDE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79052-D57F-FCB3-2A25-C3DFE97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F09D0-BED9-6935-C8AD-C3668FB4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BA2D8-14B6-D771-5CFE-FFA8F2545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74B8D-9BD8-0FB9-0C50-10E92E3D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4212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604AE-60A9-5AB4-9331-C2DD7F54E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7B1B8-7234-E124-4EE7-F0E28D60C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67367-D4FA-B7AF-8C8B-18ACB457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C1720-08EC-427C-C7FF-170B4EDD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AE5E3-7BB9-48F5-78C5-5B3405E8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443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B9F999-5E0C-5DC6-E3D9-B597E95AC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EF980-7D12-8FB8-005D-1B15CDB91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98D3D-24A1-3F09-0826-D8CD6034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8465E-8622-2FBE-0373-05B7489FA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74E85-DD05-4D8A-CFD5-B00BA7BA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5378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36E122-21FB-4895-45C7-1EE8C20DE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49885-F714-963C-0A84-2566C95DE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7F91B-8EFF-26B5-D30B-D78208684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2F56E-E735-DBE5-AD5E-587525227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89DAB-ED3F-14BE-8735-92D9CBEAF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974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4679CC2-4F2E-3248-0836-3A32EE470745}"/>
              </a:ext>
            </a:extLst>
          </p:cNvPr>
          <p:cNvSpPr/>
          <p:nvPr/>
        </p:nvSpPr>
        <p:spPr>
          <a:xfrm>
            <a:off x="-1" y="-594"/>
            <a:ext cx="12191999" cy="68585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2587AF-D2D2-C9F9-C62E-4FCCFAFB7D22}"/>
              </a:ext>
            </a:extLst>
          </p:cNvPr>
          <p:cNvSpPr/>
          <p:nvPr/>
        </p:nvSpPr>
        <p:spPr>
          <a:xfrm>
            <a:off x="0" y="396455"/>
            <a:ext cx="12192000" cy="956224"/>
          </a:xfrm>
          <a:prstGeom prst="rect">
            <a:avLst/>
          </a:prstGeom>
          <a:solidFill>
            <a:srgbClr val="8E5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טל - טק</a:t>
            </a:r>
            <a:endParaRPr lang="LID4096" sz="6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44E2658-55DF-DEB1-8113-9A20EDF33EFA}"/>
              </a:ext>
            </a:extLst>
          </p:cNvPr>
          <p:cNvSpPr/>
          <p:nvPr/>
        </p:nvSpPr>
        <p:spPr>
          <a:xfrm>
            <a:off x="51955" y="70323"/>
            <a:ext cx="1683326" cy="161652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217098-21F9-DF0B-4E2E-3B4B3F9719BF}"/>
              </a:ext>
            </a:extLst>
          </p:cNvPr>
          <p:cNvGrpSpPr/>
          <p:nvPr/>
        </p:nvGrpSpPr>
        <p:grpSpPr>
          <a:xfrm>
            <a:off x="83128" y="-103910"/>
            <a:ext cx="1683326" cy="1990665"/>
            <a:chOff x="2777065" y="-435013"/>
            <a:chExt cx="6807201" cy="805005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2162BCA-EAB5-B4F5-2550-6DF85F19A86F}"/>
                </a:ext>
              </a:extLst>
            </p:cNvPr>
            <p:cNvGrpSpPr/>
            <p:nvPr/>
          </p:nvGrpSpPr>
          <p:grpSpPr>
            <a:xfrm>
              <a:off x="2777065" y="-435013"/>
              <a:ext cx="6807201" cy="8050051"/>
              <a:chOff x="2692399" y="-451946"/>
              <a:chExt cx="6807201" cy="8050051"/>
            </a:xfrm>
          </p:grpSpPr>
          <p:pic>
            <p:nvPicPr>
              <p:cNvPr id="13" name="Picture 2">
                <a:extLst>
                  <a:ext uri="{FF2B5EF4-FFF2-40B4-BE49-F238E27FC236}">
                    <a16:creationId xmlns:a16="http://schemas.microsoft.com/office/drawing/2014/main" id="{29B28F9B-B90E-6241-60CE-0C9D920F2D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2399" y="-451946"/>
                <a:ext cx="6807201" cy="6807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>
                <a:extLst>
                  <a:ext uri="{FF2B5EF4-FFF2-40B4-BE49-F238E27FC236}">
                    <a16:creationId xmlns:a16="http://schemas.microsoft.com/office/drawing/2014/main" id="{5AB41049-4574-4E0A-B3D3-AC1C481396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2957" r="51089"/>
              <a:stretch>
                <a:fillRect/>
              </a:stretch>
            </p:blipFill>
            <p:spPr bwMode="auto">
              <a:xfrm>
                <a:off x="3412067" y="5076498"/>
                <a:ext cx="3329444" cy="25216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" name="Star: 4 Points 11">
              <a:extLst>
                <a:ext uri="{FF2B5EF4-FFF2-40B4-BE49-F238E27FC236}">
                  <a16:creationId xmlns:a16="http://schemas.microsoft.com/office/drawing/2014/main" id="{0CC23BA5-7ECE-C8FA-FA17-969207A210F2}"/>
                </a:ext>
              </a:extLst>
            </p:cNvPr>
            <p:cNvSpPr/>
            <p:nvPr/>
          </p:nvSpPr>
          <p:spPr>
            <a:xfrm rot="16674333">
              <a:off x="5548614" y="5555487"/>
              <a:ext cx="343467" cy="386001"/>
            </a:xfrm>
            <a:prstGeom prst="star4">
              <a:avLst>
                <a:gd name="adj" fmla="val 218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B772C57-B6C4-5F56-4103-63F90936784A}"/>
              </a:ext>
            </a:extLst>
          </p:cNvPr>
          <p:cNvSpPr/>
          <p:nvPr/>
        </p:nvSpPr>
        <p:spPr>
          <a:xfrm>
            <a:off x="0" y="5495243"/>
            <a:ext cx="12192000" cy="956224"/>
          </a:xfrm>
          <a:prstGeom prst="rect">
            <a:avLst/>
          </a:prstGeom>
          <a:solidFill>
            <a:srgbClr val="8E5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6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EF36473-A832-6297-BBA7-A2C3F9351320}"/>
              </a:ext>
            </a:extLst>
          </p:cNvPr>
          <p:cNvGrpSpPr/>
          <p:nvPr/>
        </p:nvGrpSpPr>
        <p:grpSpPr>
          <a:xfrm>
            <a:off x="10477501" y="4978022"/>
            <a:ext cx="1714499" cy="1990665"/>
            <a:chOff x="3186546" y="1930768"/>
            <a:chExt cx="1714499" cy="199066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B8E5049-8F9D-EAE2-0066-7E3716919EA6}"/>
                </a:ext>
              </a:extLst>
            </p:cNvPr>
            <p:cNvSpPr/>
            <p:nvPr/>
          </p:nvSpPr>
          <p:spPr>
            <a:xfrm>
              <a:off x="3186546" y="2105001"/>
              <a:ext cx="1683326" cy="161652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5B6F5A8-8AAA-B478-8095-F31C6C1A537A}"/>
                </a:ext>
              </a:extLst>
            </p:cNvPr>
            <p:cNvGrpSpPr/>
            <p:nvPr/>
          </p:nvGrpSpPr>
          <p:grpSpPr>
            <a:xfrm>
              <a:off x="3217719" y="1930768"/>
              <a:ext cx="1683326" cy="1990665"/>
              <a:chOff x="2777065" y="-435013"/>
              <a:chExt cx="6807201" cy="805005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A419F192-3A0C-B1F7-F2F0-10324F054A3E}"/>
                  </a:ext>
                </a:extLst>
              </p:cNvPr>
              <p:cNvGrpSpPr/>
              <p:nvPr/>
            </p:nvGrpSpPr>
            <p:grpSpPr>
              <a:xfrm>
                <a:off x="2777065" y="-435013"/>
                <a:ext cx="6807201" cy="8050051"/>
                <a:chOff x="2692399" y="-451946"/>
                <a:chExt cx="6807201" cy="8050051"/>
              </a:xfrm>
            </p:grpSpPr>
            <p:pic>
              <p:nvPicPr>
                <p:cNvPr id="20" name="Picture 2">
                  <a:extLst>
                    <a:ext uri="{FF2B5EF4-FFF2-40B4-BE49-F238E27FC236}">
                      <a16:creationId xmlns:a16="http://schemas.microsoft.com/office/drawing/2014/main" id="{17F26DE7-70F0-EA0E-97B3-E1B82A2A23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92399" y="-451946"/>
                  <a:ext cx="6807201" cy="68072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1" name="Picture 2">
                  <a:extLst>
                    <a:ext uri="{FF2B5EF4-FFF2-40B4-BE49-F238E27FC236}">
                      <a16:creationId xmlns:a16="http://schemas.microsoft.com/office/drawing/2014/main" id="{F00A5DCA-359B-E465-AF00-C793DC9C803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62957" r="51089"/>
                <a:stretch>
                  <a:fillRect/>
                </a:stretch>
              </p:blipFill>
              <p:spPr bwMode="auto">
                <a:xfrm>
                  <a:off x="3412067" y="5076498"/>
                  <a:ext cx="3329444" cy="252160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9" name="Star: 4 Points 18">
                <a:extLst>
                  <a:ext uri="{FF2B5EF4-FFF2-40B4-BE49-F238E27FC236}">
                    <a16:creationId xmlns:a16="http://schemas.microsoft.com/office/drawing/2014/main" id="{E1AA7E11-82A4-091D-F835-46C102B967E4}"/>
                  </a:ext>
                </a:extLst>
              </p:cNvPr>
              <p:cNvSpPr/>
              <p:nvPr/>
            </p:nvSpPr>
            <p:spPr>
              <a:xfrm rot="16674333">
                <a:off x="5548614" y="5555487"/>
                <a:ext cx="343467" cy="386001"/>
              </a:xfrm>
              <a:prstGeom prst="star4">
                <a:avLst>
                  <a:gd name="adj" fmla="val 21867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299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65745-5FCD-DE0D-98DC-79941E441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D9EE02-3951-5F37-C2D4-EB5B1EC16A20}"/>
              </a:ext>
            </a:extLst>
          </p:cNvPr>
          <p:cNvSpPr/>
          <p:nvPr/>
        </p:nvSpPr>
        <p:spPr>
          <a:xfrm>
            <a:off x="0" y="396455"/>
            <a:ext cx="12192000" cy="956224"/>
          </a:xfrm>
          <a:prstGeom prst="rect">
            <a:avLst/>
          </a:prstGeom>
          <a:solidFill>
            <a:srgbClr val="8E5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טל - טק</a:t>
            </a:r>
            <a:endParaRPr lang="LID4096" sz="6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079F132-1CD2-A30C-6480-57F551CEF679}"/>
              </a:ext>
            </a:extLst>
          </p:cNvPr>
          <p:cNvSpPr/>
          <p:nvPr/>
        </p:nvSpPr>
        <p:spPr>
          <a:xfrm>
            <a:off x="51955" y="70323"/>
            <a:ext cx="1683326" cy="161652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F14852-80F1-8143-21C9-C49E94D111AF}"/>
              </a:ext>
            </a:extLst>
          </p:cNvPr>
          <p:cNvGrpSpPr/>
          <p:nvPr/>
        </p:nvGrpSpPr>
        <p:grpSpPr>
          <a:xfrm>
            <a:off x="83128" y="-103910"/>
            <a:ext cx="1683326" cy="1990665"/>
            <a:chOff x="2777065" y="-435013"/>
            <a:chExt cx="6807201" cy="805005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B66FC39-46C0-0BE4-C841-0A9BE76A7F22}"/>
                </a:ext>
              </a:extLst>
            </p:cNvPr>
            <p:cNvGrpSpPr/>
            <p:nvPr/>
          </p:nvGrpSpPr>
          <p:grpSpPr>
            <a:xfrm>
              <a:off x="2777065" y="-435013"/>
              <a:ext cx="6807201" cy="8050051"/>
              <a:chOff x="2692399" y="-451946"/>
              <a:chExt cx="6807201" cy="8050051"/>
            </a:xfrm>
          </p:grpSpPr>
          <p:pic>
            <p:nvPicPr>
              <p:cNvPr id="13" name="Picture 2">
                <a:extLst>
                  <a:ext uri="{FF2B5EF4-FFF2-40B4-BE49-F238E27FC236}">
                    <a16:creationId xmlns:a16="http://schemas.microsoft.com/office/drawing/2014/main" id="{8ED8E719-4FB1-BBDF-1F88-8ABB7A72AD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2399" y="-451946"/>
                <a:ext cx="6807201" cy="6807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>
                <a:extLst>
                  <a:ext uri="{FF2B5EF4-FFF2-40B4-BE49-F238E27FC236}">
                    <a16:creationId xmlns:a16="http://schemas.microsoft.com/office/drawing/2014/main" id="{14860EB4-AF3B-7D1C-8827-1ED9E1D8EB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2957" r="51089"/>
              <a:stretch>
                <a:fillRect/>
              </a:stretch>
            </p:blipFill>
            <p:spPr bwMode="auto">
              <a:xfrm>
                <a:off x="3412067" y="5076498"/>
                <a:ext cx="3329444" cy="25216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" name="Star: 4 Points 11">
              <a:extLst>
                <a:ext uri="{FF2B5EF4-FFF2-40B4-BE49-F238E27FC236}">
                  <a16:creationId xmlns:a16="http://schemas.microsoft.com/office/drawing/2014/main" id="{FEC03F1D-CCC8-C6B8-1FE8-EE55B15B5240}"/>
                </a:ext>
              </a:extLst>
            </p:cNvPr>
            <p:cNvSpPr/>
            <p:nvPr/>
          </p:nvSpPr>
          <p:spPr>
            <a:xfrm rot="16674333">
              <a:off x="5548614" y="5555487"/>
              <a:ext cx="343467" cy="386001"/>
            </a:xfrm>
            <a:prstGeom prst="star4">
              <a:avLst>
                <a:gd name="adj" fmla="val 218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D367E8E-59D9-9146-BE21-2CE9D81506E8}"/>
              </a:ext>
            </a:extLst>
          </p:cNvPr>
          <p:cNvSpPr/>
          <p:nvPr/>
        </p:nvSpPr>
        <p:spPr>
          <a:xfrm>
            <a:off x="0" y="5495243"/>
            <a:ext cx="12192000" cy="956224"/>
          </a:xfrm>
          <a:prstGeom prst="rect">
            <a:avLst/>
          </a:prstGeom>
          <a:solidFill>
            <a:srgbClr val="8E5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6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A6AA02E-04D1-931D-4942-BB161C0B60FF}"/>
              </a:ext>
            </a:extLst>
          </p:cNvPr>
          <p:cNvGrpSpPr/>
          <p:nvPr/>
        </p:nvGrpSpPr>
        <p:grpSpPr>
          <a:xfrm>
            <a:off x="10477501" y="4978022"/>
            <a:ext cx="1714499" cy="1990665"/>
            <a:chOff x="3186546" y="1930768"/>
            <a:chExt cx="1714499" cy="199066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95F5891-D161-7CE5-FA70-6A1732AC2749}"/>
                </a:ext>
              </a:extLst>
            </p:cNvPr>
            <p:cNvSpPr/>
            <p:nvPr/>
          </p:nvSpPr>
          <p:spPr>
            <a:xfrm>
              <a:off x="3186546" y="2105001"/>
              <a:ext cx="1683326" cy="16165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749186A-CDC0-0DC9-7603-DCF32F0997D3}"/>
                </a:ext>
              </a:extLst>
            </p:cNvPr>
            <p:cNvGrpSpPr/>
            <p:nvPr/>
          </p:nvGrpSpPr>
          <p:grpSpPr>
            <a:xfrm>
              <a:off x="3217719" y="1930768"/>
              <a:ext cx="1683326" cy="1990665"/>
              <a:chOff x="2777065" y="-435013"/>
              <a:chExt cx="6807201" cy="805005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BF4F551-38B2-F971-E710-7DFA8792E808}"/>
                  </a:ext>
                </a:extLst>
              </p:cNvPr>
              <p:cNvGrpSpPr/>
              <p:nvPr/>
            </p:nvGrpSpPr>
            <p:grpSpPr>
              <a:xfrm>
                <a:off x="2777065" y="-435013"/>
                <a:ext cx="6807201" cy="8050051"/>
                <a:chOff x="2692399" y="-451946"/>
                <a:chExt cx="6807201" cy="8050051"/>
              </a:xfrm>
            </p:grpSpPr>
            <p:pic>
              <p:nvPicPr>
                <p:cNvPr id="20" name="Picture 2">
                  <a:extLst>
                    <a:ext uri="{FF2B5EF4-FFF2-40B4-BE49-F238E27FC236}">
                      <a16:creationId xmlns:a16="http://schemas.microsoft.com/office/drawing/2014/main" id="{43C1C479-361C-CFFF-B050-9E29F202111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92399" y="-451946"/>
                  <a:ext cx="6807201" cy="68072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1" name="Picture 2">
                  <a:extLst>
                    <a:ext uri="{FF2B5EF4-FFF2-40B4-BE49-F238E27FC236}">
                      <a16:creationId xmlns:a16="http://schemas.microsoft.com/office/drawing/2014/main" id="{04524DB9-BA37-01A8-39D1-2F5DEB39944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62957" r="51089"/>
                <a:stretch>
                  <a:fillRect/>
                </a:stretch>
              </p:blipFill>
              <p:spPr bwMode="auto">
                <a:xfrm>
                  <a:off x="3412067" y="5076498"/>
                  <a:ext cx="3329444" cy="252160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9" name="Star: 4 Points 18">
                <a:extLst>
                  <a:ext uri="{FF2B5EF4-FFF2-40B4-BE49-F238E27FC236}">
                    <a16:creationId xmlns:a16="http://schemas.microsoft.com/office/drawing/2014/main" id="{16D90BFF-9422-9BD8-1B9B-6D3E496BC022}"/>
                  </a:ext>
                </a:extLst>
              </p:cNvPr>
              <p:cNvSpPr/>
              <p:nvPr/>
            </p:nvSpPr>
            <p:spPr>
              <a:xfrm rot="16674333">
                <a:off x="5548614" y="5555487"/>
                <a:ext cx="343467" cy="386001"/>
              </a:xfrm>
              <a:prstGeom prst="star4">
                <a:avLst>
                  <a:gd name="adj" fmla="val 21867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387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Straussman, Dan</dc:creator>
  <cp:lastModifiedBy>Straussman, Dan</cp:lastModifiedBy>
  <cp:revision>4</cp:revision>
  <dcterms:created xsi:type="dcterms:W3CDTF">2025-12-08T11:42:07Z</dcterms:created>
  <dcterms:modified xsi:type="dcterms:W3CDTF">2026-01-18T09:16:51Z</dcterms:modified>
</cp:coreProperties>
</file>